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60604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06040"/>
            <a:ext cx="12188952" cy="73152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48640" y="457200"/>
            <a:ext cx="0" cy="169164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85800" y="457200"/>
            <a:ext cx="0" cy="1691640"/>
          </a:xfrm>
          <a:prstGeom prst="line">
            <a:avLst/>
          </a:prstGeom>
          <a:ln w="9525">
            <a:solidFill>
              <a:srgbClr val="E61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02920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3B3B3"/>
                </a:solidFill>
                <a:latin typeface="HSE Sans"/>
              </a:rPr>
              <a:t>HIGHER SCHOOL OF ECONOMICS  /  GRADUATE SCHOOL OF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804672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HSE Sans"/>
              </a:rPr>
              <a:t>Business Analytics and Big Data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HSE Sans"/>
              </a:rPr>
              <a:t>Automatically Evolving Multi-Turn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HSE Sans"/>
              </a:rPr>
              <a:t>Customer Service AI Agents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E61E3C"/>
                </a:solidFill>
                <a:latin typeface="HSE Sans"/>
              </a:rPr>
              <a:t>via Prompt-Level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D69"/>
                </a:solidFill>
                <a:latin typeface="HSE Sans"/>
              </a:rPr>
              <a:t>Gleb Dementev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HSE Sans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24612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F2D69"/>
                </a:solidFill>
                <a:latin typeface="HSE Sans"/>
              </a:rPr>
              <a:t>Seungmin Jin, PhD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017520"/>
            <a:ext cx="0" cy="64008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384048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HSE Sans"/>
              </a:rPr>
              <a:t>Moscow  / 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49039"/>
            <a:ext cx="45720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F2F2F2"/>
                </a:solidFill>
                <a:latin typeface="HSE Sans"/>
              </a:rPr>
              <a:t>DPV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251960"/>
            <a:ext cx="109728" cy="109728"/>
          </a:xfrm>
          <a:prstGeom prst="rect">
            <a:avLst/>
          </a:prstGeom>
          <a:solidFill>
            <a:srgbClr val="E6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0624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D69"/>
                </a:solidFill>
                <a:latin typeface="HSE Sans"/>
              </a:rPr>
              <a:t>Project-Based Thesis Defense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519672"/>
            <a:ext cx="9144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3B3B3"/>
                </a:solidFill>
                <a:latin typeface="HSE Sans"/>
              </a:rPr>
              <a:t>HSE Graduate School of Business  |  Master's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